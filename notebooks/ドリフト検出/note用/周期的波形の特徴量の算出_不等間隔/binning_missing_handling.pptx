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この資料は不等間隔データのビン化と欠損の扱いを、数式で順に説明します。
[Sources]
- Shukla, S. N., &amp; Marlin, B. M. (2020) Survey (discretization as a basic primitive): https://ml-retrospectives.github.io/neurips2020/camera_ready/16.pdf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Notation is standard for irregularly sampled time series; see survey: https://ml-retrospectives.github.io/neurips2020/camera_ready/16.pdf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Discretization + masking is a standard approach for irregularly sampled time series: https://ml-retrospectives.github.io/neurips2020/camera_ready/16.pdf
- MSPC with PCA uses T^2 and Q/SPE statistics (background): https://www.jstor.org/stable/1267757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不等間隔の波形データを「ビン化」する（欠損の扱いまで）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全10枚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目的：ばらばらの時刻で取れた波形を、同じ長さの配列にそろえる。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このスライドは「数式を1つずつ」追える紙芝居です。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元データ（不等間隔）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6052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80560" y="251460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ビン化（等間隔）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1812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138160" y="251460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欠損マスクも一緒に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06070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40480"/>
            <a:ext cx="0" cy="118872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2378" y="4158821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4870" y="3984646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3434" y="3853656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8419" y="3877614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6630" y="3925015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3757" y="4326404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9094" y="4704227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2291" y="4576963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32643" y="4461021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 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値 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ステップ1：元データの形（不等間隔）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4558" y="1143000"/>
            <a:ext cx="5903843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意味：時刻 t_i に、値 y_i を観測した点が N 個ある。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ポイント：t_i の間隔はバラバラ（不等間隔）でもよい。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5029200"/>
            <a:ext cx="106070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840480"/>
            <a:ext cx="0" cy="118872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92378" y="4158821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34870" y="3984646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3434" y="3853656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68419" y="3877614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6630" y="3925015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3757" y="4326404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99094" y="4704227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102291" y="4576963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32643" y="4461021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8136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 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値 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ステップ2：ビンの幅（Δ）を決める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1046" y="1188720"/>
            <a:ext cx="4890868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意味：見たい時間の範囲を L 個の箱に等分する。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例：1秒を L=100 なら、1ビンは 0.01秒。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68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9080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64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256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1040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9432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621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460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474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時間を等間隔の箱（ビン）に分ける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71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899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ステップ3：ビンの境界（仕切り）を並べる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1489803"/>
            <a:ext cx="10241280" cy="677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T_start から Δ ずつ進めた位置が仕切り（境界）になる。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68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9080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64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256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1040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9432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621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460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474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時間を等間隔の箱（ビン）に分ける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71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899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ステップ4：各点が入るビン番号を決める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6991" y="1143000"/>
            <a:ext cx="4738977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意味：時刻 t_i が、どの箱（ビン）に入るかを整数で決める。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床関数 ⌊ ⌋ は「小数点以下を切り捨て」。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68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9080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64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256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1040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9432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621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460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474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時間を等間隔の箱（ビン）に分ける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71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899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ステップ5：ビンごとに1つの値にまとめる（平均）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4941" y="1143000"/>
            <a:ext cx="7143078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意味：同じビンに入った点の値 y を平均して、そのビンの代表値 x[b] にする。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ここで c[b] は「そのビンに入った点の個数」。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68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9080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64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256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1040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9432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62160" y="3931920"/>
            <a:ext cx="8839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46080" y="3931920"/>
            <a:ext cx="88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474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時間を等間隔の箱（ビン）に分ける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71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89920" y="3794760"/>
            <a:ext cx="109728" cy="10972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ステップ6：欠損（データなし）をマスクで表す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1759" y="1143000"/>
            <a:ext cx="5969442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そのビンに点があれば m[b]=1。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点が1つも無ければ m[b]=0（欠損）。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ポイント：欠損は「値」ではなく「状態」として持つ。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0688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0688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90800" y="4023360"/>
            <a:ext cx="8839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9080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4720" y="4023360"/>
            <a:ext cx="8839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5864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864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4256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4256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010400" y="4023360"/>
            <a:ext cx="8839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1040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89432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9432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77824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7824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6216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6216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546080" y="4023360"/>
            <a:ext cx="8839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46080" y="4206240"/>
            <a:ext cx="88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2960" y="48463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緑：観測あり（m=1）  赤：欠損（m=0）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ステップ7：観測の割合（信頼度）を数で持つ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1718" y="1143000"/>
            <a:ext cx="4469524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個のビンのうち、何割にデータがあるか。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例：coverage=0.5 なら半分が観測、半分が欠損。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使い方：coverage が低すぎるときは「判定保留」にする。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97280" y="4160520"/>
            <a:ext cx="9966960" cy="32004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4160520"/>
            <a:ext cx="49834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2708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9788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例：0.5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ステップ8：比較は「両方ある所だけ」でやる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470549"/>
            <a:ext cx="10332720" cy="7165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意味：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2つの波形を比べるとき、両方にデータがあるビンだけ集めた集合 O を作る。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 O の上だけで、平均との差や形の差を計算する。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06880" y="3840480"/>
            <a:ext cx="8839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6880" y="438912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9080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9080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384048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4389120"/>
            <a:ext cx="8839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5864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5864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42560" y="3840480"/>
            <a:ext cx="8839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42560" y="438912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10400" y="384048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10400" y="4389120"/>
            <a:ext cx="8839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9432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9432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0" y="3840480"/>
            <a:ext cx="8839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78240" y="438912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62160" y="3840480"/>
            <a:ext cx="88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62160" y="4389120"/>
            <a:ext cx="8839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46080" y="3840480"/>
            <a:ext cx="883920" cy="502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546080" y="4389120"/>
            <a:ext cx="883920" cy="502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491032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上：波形1のマスク（青）／下：波形2のマスク（緑）／枠：両方ある所（O）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まとめ：欠損を無理に埋めずに「形の差」を出す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155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88573"/>
            <a:ext cx="10835640" cy="13718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ここで ̅x_1, ̅x_2 は O の中の平均（平均との差を引いて“形”だけ比較）。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流れ： (t,y) → ビン化 x[b] → マスク m[b] → O を作る → shape_RMS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10607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不等間隔点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77440" y="40690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633472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Δと境界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87952" y="40690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43984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x[b]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98464" y="40690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54496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マスク m[b]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08976" y="40690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65008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比較集合 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19488" y="40690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87552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2026-03-02T22:17:34Z</dcterms:created>
  <dcterms:modified xsi:type="dcterms:W3CDTF">2026-03-02T22:17:34Z</dcterms:modified>
</cp:coreProperties>
</file>